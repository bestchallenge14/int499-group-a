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57" r:id="rId6"/>
    <p:sldId id="258" r:id="rId7"/>
    <p:sldId id="259" r:id="rId8"/>
    <p:sldId id="260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D0B7F4-887D-979B-B0BC-D15564450F2A}" v="12" dt="2026-08-17T02:49:13.718"/>
    <p1510:client id="{EB94E89C-7567-35F5-2D85-CCC1BFD6509D}" v="2" dt="2026-08-17T01:49:40.25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55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ephen Foster" userId="fd14c4a5-d021-47f9-93a2-52938fae768d" providerId="ADAL" clId="{59B11AE0-D476-43E0-8DA3-3A9253F4B638}"/>
    <pc:docChg chg="modSld">
      <pc:chgData name="Stephen Foster" userId="fd14c4a5-d021-47f9-93a2-52938fae768d" providerId="ADAL" clId="{59B11AE0-D476-43E0-8DA3-3A9253F4B638}" dt="2026-08-18T01:05:52.540" v="1" actId="1076"/>
      <pc:docMkLst>
        <pc:docMk/>
      </pc:docMkLst>
      <pc:sldChg chg="modSp mod">
        <pc:chgData name="Stephen Foster" userId="fd14c4a5-d021-47f9-93a2-52938fae768d" providerId="ADAL" clId="{59B11AE0-D476-43E0-8DA3-3A9253F4B638}" dt="2026-08-18T01:05:52.540" v="1" actId="1076"/>
        <pc:sldMkLst>
          <pc:docMk/>
          <pc:sldMk cId="1752101360" sldId="259"/>
        </pc:sldMkLst>
        <pc:picChg chg="mod">
          <ac:chgData name="Stephen Foster" userId="fd14c4a5-d021-47f9-93a2-52938fae768d" providerId="ADAL" clId="{59B11AE0-D476-43E0-8DA3-3A9253F4B638}" dt="2026-08-18T01:05:52.540" v="1" actId="1076"/>
          <ac:picMkLst>
            <pc:docMk/>
            <pc:sldMk cId="1752101360" sldId="259"/>
            <ac:picMk id="4" creationId="{ECD6F138-63D4-6026-F097-97F27628DC75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A1407-1CFD-4D2B-A3B1-8D4B73E87918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3C878-4A41-4807-B907-176EE3586F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5719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A1407-1CFD-4D2B-A3B1-8D4B73E87918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3C878-4A41-4807-B907-176EE3586F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7668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A1407-1CFD-4D2B-A3B1-8D4B73E87918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3C878-4A41-4807-B907-176EE3586F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0205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A1407-1CFD-4D2B-A3B1-8D4B73E87918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3C878-4A41-4807-B907-176EE3586F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2562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A1407-1CFD-4D2B-A3B1-8D4B73E87918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3C878-4A41-4807-B907-176EE3586F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6369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A1407-1CFD-4D2B-A3B1-8D4B73E87918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3C878-4A41-4807-B907-176EE3586F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9209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A1407-1CFD-4D2B-A3B1-8D4B73E87918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3C878-4A41-4807-B907-176EE3586F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8708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A1407-1CFD-4D2B-A3B1-8D4B73E87918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3C878-4A41-4807-B907-176EE3586F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0737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A1407-1CFD-4D2B-A3B1-8D4B73E87918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3C878-4A41-4807-B907-176EE3586F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6026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A1407-1CFD-4D2B-A3B1-8D4B73E87918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3C878-4A41-4807-B907-176EE3586F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4142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A1407-1CFD-4D2B-A3B1-8D4B73E87918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3C878-4A41-4807-B907-176EE3586F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8201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A1407-1CFD-4D2B-A3B1-8D4B73E87918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3C878-4A41-4807-B907-176EE3586F1A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262143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A1407-1CFD-4D2B-A3B1-8D4B73E87918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3C878-4A41-4807-B907-176EE3586F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8715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A1407-1CFD-4D2B-A3B1-8D4B73E87918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3C878-4A41-4807-B907-176EE3586F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6996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A1407-1CFD-4D2B-A3B1-8D4B73E87918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3C878-4A41-4807-B907-176EE3586F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5130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A1407-1CFD-4D2B-A3B1-8D4B73E87918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3C878-4A41-4807-B907-176EE3586F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8653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A1407-1CFD-4D2B-A3B1-8D4B73E87918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3C878-4A41-4807-B907-176EE3586F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4221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A79A1407-1CFD-4D2B-A3B1-8D4B73E87918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73C878-4A41-4807-B907-176EE3586F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3603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emf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4.png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6" Type="http://schemas.openxmlformats.org/officeDocument/2006/relationships/image" Target="../media/image3.png"/><Relationship Id="rId11" Type="http://schemas.openxmlformats.org/officeDocument/2006/relationships/image" Target="../media/image10.png"/><Relationship Id="rId5" Type="http://schemas.openxmlformats.org/officeDocument/2006/relationships/image" Target="../media/image2.png"/><Relationship Id="rId10" Type="http://schemas.openxmlformats.org/officeDocument/2006/relationships/image" Target="../media/image9.png"/><Relationship Id="rId4" Type="http://schemas.openxmlformats.org/officeDocument/2006/relationships/image" Target="../media/image1.jpeg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4.png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6" Type="http://schemas.openxmlformats.org/officeDocument/2006/relationships/image" Target="../media/image3.png"/><Relationship Id="rId11" Type="http://schemas.openxmlformats.org/officeDocument/2006/relationships/image" Target="../media/image10.png"/><Relationship Id="rId5" Type="http://schemas.openxmlformats.org/officeDocument/2006/relationships/image" Target="../media/image2.png"/><Relationship Id="rId10" Type="http://schemas.openxmlformats.org/officeDocument/2006/relationships/image" Target="../media/image12.png"/><Relationship Id="rId4" Type="http://schemas.openxmlformats.org/officeDocument/2006/relationships/image" Target="../media/image1.jpeg"/><Relationship Id="rId9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C364F-F2DF-3FDF-0076-6DB8015DEB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526212"/>
            <a:ext cx="8825658" cy="1981200"/>
          </a:xfrm>
        </p:spPr>
        <p:txBody>
          <a:bodyPr/>
          <a:lstStyle/>
          <a:p>
            <a:pPr algn="ctr"/>
            <a:r>
              <a:rPr lang="en-US" sz="4400" err="1"/>
              <a:t>EZTechMovie</a:t>
            </a:r>
            <a:r>
              <a:rPr lang="en-US" sz="4400"/>
              <a:t> </a:t>
            </a:r>
            <a:r>
              <a:rPr lang="en-US" sz="4400" err="1"/>
              <a:t>StreamList</a:t>
            </a:r>
            <a:r>
              <a:rPr lang="en-US" sz="4400"/>
              <a:t> Project Timeline and </a:t>
            </a:r>
            <a:br>
              <a:rPr lang="en-US" sz="4400"/>
            </a:br>
            <a:r>
              <a:rPr lang="en-US" sz="4400"/>
              <a:t>User Interface Design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38FD94-81F9-6318-5409-964061607A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3429001"/>
            <a:ext cx="8825658" cy="1981200"/>
          </a:xfr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 2" charset="2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34000">
                      <a:prstClr val="white">
                        <a:lumMod val="93000"/>
                      </a:prstClr>
                    </a:gs>
                    <a:gs pos="0">
                      <a:prstClr val="black">
                        <a:lumMod val="25000"/>
                        <a:lumOff val="75000"/>
                      </a:prstClr>
                    </a:gs>
                    <a:gs pos="100000">
                      <a:srgbClr val="94D7E4">
                        <a:lumMod val="0"/>
                        <a:lumOff val="100000"/>
                      </a:srgbClr>
                    </a:gs>
                  </a:gsLst>
                  <a:lin ang="4800000" scaled="0"/>
                </a:gradFill>
                <a:effectLst/>
                <a:uLnTx/>
                <a:uFillTx/>
                <a:latin typeface="Calisto MT" panose="02040603050505030304"/>
                <a:ea typeface="+mn-ea"/>
                <a:cs typeface="+mn-cs"/>
              </a:rPr>
              <a:t>Stephen Foster, Jose Hernandez, Jaylyn Johnson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 2" charset="2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34000">
                      <a:prstClr val="white">
                        <a:lumMod val="93000"/>
                      </a:prstClr>
                    </a:gs>
                    <a:gs pos="0">
                      <a:prstClr val="black">
                        <a:lumMod val="25000"/>
                        <a:lumOff val="75000"/>
                      </a:prstClr>
                    </a:gs>
                    <a:gs pos="100000">
                      <a:srgbClr val="94D7E4">
                        <a:lumMod val="0"/>
                        <a:lumOff val="100000"/>
                      </a:srgbClr>
                    </a:gs>
                  </a:gsLst>
                  <a:lin ang="4800000" scaled="0"/>
                </a:gradFill>
                <a:effectLst/>
                <a:uLnTx/>
                <a:uFillTx/>
                <a:latin typeface="Calisto MT" panose="02040603050505030304"/>
                <a:ea typeface="+mn-ea"/>
                <a:cs typeface="+mn-cs"/>
              </a:rPr>
              <a:t>The University of Arizona Global Campus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 2" charset="2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34000">
                      <a:prstClr val="white">
                        <a:lumMod val="93000"/>
                      </a:prstClr>
                    </a:gs>
                    <a:gs pos="0">
                      <a:prstClr val="black">
                        <a:lumMod val="25000"/>
                        <a:lumOff val="75000"/>
                      </a:prstClr>
                    </a:gs>
                    <a:gs pos="100000">
                      <a:srgbClr val="94D7E4">
                        <a:lumMod val="0"/>
                        <a:lumOff val="100000"/>
                      </a:srgbClr>
                    </a:gs>
                  </a:gsLst>
                  <a:lin ang="4800000" scaled="0"/>
                </a:gradFill>
                <a:effectLst/>
                <a:uLnTx/>
                <a:uFillTx/>
                <a:latin typeface="Calisto MT" panose="02040603050505030304"/>
                <a:ea typeface="+mn-ea"/>
                <a:cs typeface="+mn-cs"/>
              </a:rPr>
              <a:t>INT499: Capstone for Information Technology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 2" charset="2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34000">
                      <a:prstClr val="white">
                        <a:lumMod val="93000"/>
                      </a:prstClr>
                    </a:gs>
                    <a:gs pos="0">
                      <a:prstClr val="black">
                        <a:lumMod val="25000"/>
                        <a:lumOff val="75000"/>
                      </a:prstClr>
                    </a:gs>
                    <a:gs pos="100000">
                      <a:srgbClr val="94D7E4">
                        <a:lumMod val="0"/>
                        <a:lumOff val="100000"/>
                      </a:srgbClr>
                    </a:gs>
                  </a:gsLst>
                  <a:lin ang="4800000" scaled="0"/>
                </a:gradFill>
                <a:effectLst/>
                <a:uLnTx/>
                <a:uFillTx/>
                <a:latin typeface="Calisto MT" panose="02040603050505030304"/>
                <a:ea typeface="+mn-ea"/>
                <a:cs typeface="+mn-cs"/>
              </a:rPr>
              <a:t>Professor Amine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gradFill>
                  <a:gsLst>
                    <a:gs pos="34000">
                      <a:prstClr val="white">
                        <a:lumMod val="93000"/>
                      </a:prstClr>
                    </a:gs>
                    <a:gs pos="0">
                      <a:prstClr val="black">
                        <a:lumMod val="25000"/>
                        <a:lumOff val="75000"/>
                      </a:prstClr>
                    </a:gs>
                    <a:gs pos="100000">
                      <a:srgbClr val="94D7E4">
                        <a:lumMod val="0"/>
                        <a:lumOff val="100000"/>
                      </a:srgbClr>
                    </a:gs>
                  </a:gsLst>
                  <a:lin ang="4800000" scaled="0"/>
                </a:gradFill>
                <a:effectLst/>
                <a:uLnTx/>
                <a:uFillTx/>
                <a:latin typeface="Calisto MT" panose="02040603050505030304"/>
                <a:ea typeface="+mn-ea"/>
                <a:cs typeface="+mn-cs"/>
              </a:rPr>
              <a:t>Dehmani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gradFill>
                <a:gsLst>
                  <a:gs pos="34000">
                    <a:prstClr val="white">
                      <a:lumMod val="93000"/>
                    </a:prstClr>
                  </a:gs>
                  <a:gs pos="0">
                    <a:prstClr val="black">
                      <a:lumMod val="25000"/>
                      <a:lumOff val="75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4800000" scaled="0"/>
              </a:gra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 2" charset="2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34000">
                      <a:prstClr val="white">
                        <a:lumMod val="93000"/>
                      </a:prstClr>
                    </a:gs>
                    <a:gs pos="0">
                      <a:prstClr val="black">
                        <a:lumMod val="25000"/>
                        <a:lumOff val="75000"/>
                      </a:prstClr>
                    </a:gs>
                    <a:gs pos="100000">
                      <a:srgbClr val="94D7E4">
                        <a:lumMod val="0"/>
                        <a:lumOff val="100000"/>
                      </a:srgbClr>
                    </a:gs>
                  </a:gsLst>
                  <a:lin ang="4800000" scaled="0"/>
                </a:gradFill>
                <a:effectLst/>
                <a:uLnTx/>
                <a:uFillTx/>
                <a:latin typeface="Calisto MT" panose="02040603050505030304"/>
                <a:ea typeface="+mn-ea"/>
                <a:cs typeface="+mn-cs"/>
              </a:rPr>
              <a:t>August 17, 2026</a:t>
            </a:r>
          </a:p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81F1E3-0A2B-4028-3C5C-E4CA0F8E7E25}"/>
              </a:ext>
            </a:extLst>
          </p:cNvPr>
          <p:cNvSpPr txBox="1"/>
          <p:nvPr/>
        </p:nvSpPr>
        <p:spPr>
          <a:xfrm>
            <a:off x="3084576" y="6501384"/>
            <a:ext cx="609600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/>
              <a:t>https://github.com/bestchallenge14/INT499-Group-A</a:t>
            </a:r>
          </a:p>
        </p:txBody>
      </p:sp>
    </p:spTree>
    <p:extLst>
      <p:ext uri="{BB962C8B-B14F-4D97-AF65-F5344CB8AC3E}">
        <p14:creationId xmlns:p14="http://schemas.microsoft.com/office/powerpoint/2010/main" val="22269239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57B325C-3E35-45CF-9D07-3BCB281F3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0286BA-460F-91A5-FD25-0BA73D3A5B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1925" y="1325880"/>
            <a:ext cx="3352375" cy="3066507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000" b="0" i="0" kern="120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Project Tasks, Dependencies, and Estimations</a:t>
            </a:r>
          </a:p>
        </p:txBody>
      </p:sp>
      <p:sp>
        <p:nvSpPr>
          <p:cNvPr id="26" name="Freeform 36">
            <a:extLst>
              <a:ext uri="{FF2B5EF4-FFF2-40B4-BE49-F238E27FC236}">
                <a16:creationId xmlns:a16="http://schemas.microsoft.com/office/drawing/2014/main" id="{C24BEC42-AFF3-40D1-93A2-A27A42E1E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463681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8" name="Freeform: Shape 27">
            <a:extLst>
              <a:ext uri="{FF2B5EF4-FFF2-40B4-BE49-F238E27FC236}">
                <a16:creationId xmlns:a16="http://schemas.microsoft.com/office/drawing/2014/main" id="{608F427C-1EC9-4280-9367-F2B3AA063E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809954" cy="6858000"/>
          </a:xfrm>
          <a:custGeom>
            <a:avLst/>
            <a:gdLst>
              <a:gd name="connsiteX0" fmla="*/ 6465239 w 7809954"/>
              <a:gd name="connsiteY0" fmla="*/ 0 h 6858000"/>
              <a:gd name="connsiteX1" fmla="*/ 7808777 w 7809954"/>
              <a:gd name="connsiteY1" fmla="*/ 0 h 6858000"/>
              <a:gd name="connsiteX2" fmla="*/ 7783732 w 7809954"/>
              <a:gd name="connsiteY2" fmla="*/ 155676 h 6858000"/>
              <a:gd name="connsiteX3" fmla="*/ 7759863 w 7809954"/>
              <a:gd name="connsiteY3" fmla="*/ 310667 h 6858000"/>
              <a:gd name="connsiteX4" fmla="*/ 7736499 w 7809954"/>
              <a:gd name="connsiteY4" fmla="*/ 466344 h 6858000"/>
              <a:gd name="connsiteX5" fmla="*/ 7716496 w 7809954"/>
              <a:gd name="connsiteY5" fmla="*/ 622706 h 6858000"/>
              <a:gd name="connsiteX6" fmla="*/ 7696325 w 7809954"/>
              <a:gd name="connsiteY6" fmla="*/ 778383 h 6858000"/>
              <a:gd name="connsiteX7" fmla="*/ 7677499 w 7809954"/>
              <a:gd name="connsiteY7" fmla="*/ 934745 h 6858000"/>
              <a:gd name="connsiteX8" fmla="*/ 7661363 w 7809954"/>
              <a:gd name="connsiteY8" fmla="*/ 1089050 h 6858000"/>
              <a:gd name="connsiteX9" fmla="*/ 7646067 w 7809954"/>
              <a:gd name="connsiteY9" fmla="*/ 1245413 h 6858000"/>
              <a:gd name="connsiteX10" fmla="*/ 7632115 w 7809954"/>
              <a:gd name="connsiteY10" fmla="*/ 1401089 h 6858000"/>
              <a:gd name="connsiteX11" fmla="*/ 7620013 w 7809954"/>
              <a:gd name="connsiteY11" fmla="*/ 1554023 h 6858000"/>
              <a:gd name="connsiteX12" fmla="*/ 7607910 w 7809954"/>
              <a:gd name="connsiteY12" fmla="*/ 1709013 h 6858000"/>
              <a:gd name="connsiteX13" fmla="*/ 7597825 w 7809954"/>
              <a:gd name="connsiteY13" fmla="*/ 1861947 h 6858000"/>
              <a:gd name="connsiteX14" fmla="*/ 7589925 w 7809954"/>
              <a:gd name="connsiteY14" fmla="*/ 2014880 h 6858000"/>
              <a:gd name="connsiteX15" fmla="*/ 7581688 w 7809954"/>
              <a:gd name="connsiteY15" fmla="*/ 2167128 h 6858000"/>
              <a:gd name="connsiteX16" fmla="*/ 7574797 w 7809954"/>
              <a:gd name="connsiteY16" fmla="*/ 2318004 h 6858000"/>
              <a:gd name="connsiteX17" fmla="*/ 7569922 w 7809954"/>
              <a:gd name="connsiteY17" fmla="*/ 2467508 h 6858000"/>
              <a:gd name="connsiteX18" fmla="*/ 7565720 w 7809954"/>
              <a:gd name="connsiteY18" fmla="*/ 2617013 h 6858000"/>
              <a:gd name="connsiteX19" fmla="*/ 7561686 w 7809954"/>
              <a:gd name="connsiteY19" fmla="*/ 2765145 h 6858000"/>
              <a:gd name="connsiteX20" fmla="*/ 7559837 w 7809954"/>
              <a:gd name="connsiteY20" fmla="*/ 2911221 h 6858000"/>
              <a:gd name="connsiteX21" fmla="*/ 7557820 w 7809954"/>
              <a:gd name="connsiteY21" fmla="*/ 3057296 h 6858000"/>
              <a:gd name="connsiteX22" fmla="*/ 7556811 w 7809954"/>
              <a:gd name="connsiteY22" fmla="*/ 3201314 h 6858000"/>
              <a:gd name="connsiteX23" fmla="*/ 7557820 w 7809954"/>
              <a:gd name="connsiteY23" fmla="*/ 3343960 h 6858000"/>
              <a:gd name="connsiteX24" fmla="*/ 7557820 w 7809954"/>
              <a:gd name="connsiteY24" fmla="*/ 3485235 h 6858000"/>
              <a:gd name="connsiteX25" fmla="*/ 7559837 w 7809954"/>
              <a:gd name="connsiteY25" fmla="*/ 3625138 h 6858000"/>
              <a:gd name="connsiteX26" fmla="*/ 7562862 w 7809954"/>
              <a:gd name="connsiteY26" fmla="*/ 3762298 h 6858000"/>
              <a:gd name="connsiteX27" fmla="*/ 7565720 w 7809954"/>
              <a:gd name="connsiteY27" fmla="*/ 3898087 h 6858000"/>
              <a:gd name="connsiteX28" fmla="*/ 7568914 w 7809954"/>
              <a:gd name="connsiteY28" fmla="*/ 4031132 h 6858000"/>
              <a:gd name="connsiteX29" fmla="*/ 7573788 w 7809954"/>
              <a:gd name="connsiteY29" fmla="*/ 4163491 h 6858000"/>
              <a:gd name="connsiteX30" fmla="*/ 7578999 w 7809954"/>
              <a:gd name="connsiteY30" fmla="*/ 4293793 h 6858000"/>
              <a:gd name="connsiteX31" fmla="*/ 7583705 w 7809954"/>
              <a:gd name="connsiteY31" fmla="*/ 4421352 h 6858000"/>
              <a:gd name="connsiteX32" fmla="*/ 7596985 w 7809954"/>
              <a:gd name="connsiteY32" fmla="*/ 4670298 h 6858000"/>
              <a:gd name="connsiteX33" fmla="*/ 7611104 w 7809954"/>
              <a:gd name="connsiteY33" fmla="*/ 4908956 h 6858000"/>
              <a:gd name="connsiteX34" fmla="*/ 7625896 w 7809954"/>
              <a:gd name="connsiteY34" fmla="*/ 5138013 h 6858000"/>
              <a:gd name="connsiteX35" fmla="*/ 7642201 w 7809954"/>
              <a:gd name="connsiteY35" fmla="*/ 5354726 h 6858000"/>
              <a:gd name="connsiteX36" fmla="*/ 7659178 w 7809954"/>
              <a:gd name="connsiteY36" fmla="*/ 5561838 h 6858000"/>
              <a:gd name="connsiteX37" fmla="*/ 7677499 w 7809954"/>
              <a:gd name="connsiteY37" fmla="*/ 5753862 h 6858000"/>
              <a:gd name="connsiteX38" fmla="*/ 7695485 w 7809954"/>
              <a:gd name="connsiteY38" fmla="*/ 5934227 h 6858000"/>
              <a:gd name="connsiteX39" fmla="*/ 7713470 w 7809954"/>
              <a:gd name="connsiteY39" fmla="*/ 6100191 h 6858000"/>
              <a:gd name="connsiteX40" fmla="*/ 7730447 w 7809954"/>
              <a:gd name="connsiteY40" fmla="*/ 6252438 h 6858000"/>
              <a:gd name="connsiteX41" fmla="*/ 7746584 w 7809954"/>
              <a:gd name="connsiteY41" fmla="*/ 6387541 h 6858000"/>
              <a:gd name="connsiteX42" fmla="*/ 7761880 w 7809954"/>
              <a:gd name="connsiteY42" fmla="*/ 6509613 h 6858000"/>
              <a:gd name="connsiteX43" fmla="*/ 7774655 w 7809954"/>
              <a:gd name="connsiteY43" fmla="*/ 6612483 h 6858000"/>
              <a:gd name="connsiteX44" fmla="*/ 7786757 w 7809954"/>
              <a:gd name="connsiteY44" fmla="*/ 6698894 h 6858000"/>
              <a:gd name="connsiteX45" fmla="*/ 7804071 w 7809954"/>
              <a:gd name="connsiteY45" fmla="*/ 6817538 h 6858000"/>
              <a:gd name="connsiteX46" fmla="*/ 7809954 w 7809954"/>
              <a:gd name="connsiteY46" fmla="*/ 6858000 h 6858000"/>
              <a:gd name="connsiteX47" fmla="*/ 7157124 w 7809954"/>
              <a:gd name="connsiteY47" fmla="*/ 6858000 h 6858000"/>
              <a:gd name="connsiteX48" fmla="*/ 7157124 w 7809954"/>
              <a:gd name="connsiteY48" fmla="*/ 6858000 h 6858000"/>
              <a:gd name="connsiteX49" fmla="*/ 0 w 7809954"/>
              <a:gd name="connsiteY49" fmla="*/ 6858000 h 6858000"/>
              <a:gd name="connsiteX50" fmla="*/ 0 w 7809954"/>
              <a:gd name="connsiteY50" fmla="*/ 0 h 6858000"/>
              <a:gd name="connsiteX51" fmla="*/ 6465239 w 7809954"/>
              <a:gd name="connsiteY5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7809954" h="6858000">
                <a:moveTo>
                  <a:pt x="6465239" y="0"/>
                </a:moveTo>
                <a:lnTo>
                  <a:pt x="7808777" y="0"/>
                </a:lnTo>
                <a:lnTo>
                  <a:pt x="7783732" y="155676"/>
                </a:lnTo>
                <a:lnTo>
                  <a:pt x="7759863" y="310667"/>
                </a:lnTo>
                <a:lnTo>
                  <a:pt x="7736499" y="466344"/>
                </a:lnTo>
                <a:lnTo>
                  <a:pt x="7716496" y="622706"/>
                </a:lnTo>
                <a:lnTo>
                  <a:pt x="7696325" y="778383"/>
                </a:lnTo>
                <a:lnTo>
                  <a:pt x="7677499" y="934745"/>
                </a:lnTo>
                <a:lnTo>
                  <a:pt x="7661363" y="1089050"/>
                </a:lnTo>
                <a:lnTo>
                  <a:pt x="7646067" y="1245413"/>
                </a:lnTo>
                <a:lnTo>
                  <a:pt x="7632115" y="1401089"/>
                </a:lnTo>
                <a:lnTo>
                  <a:pt x="7620013" y="1554023"/>
                </a:lnTo>
                <a:lnTo>
                  <a:pt x="7607910" y="1709013"/>
                </a:lnTo>
                <a:lnTo>
                  <a:pt x="7597825" y="1861947"/>
                </a:lnTo>
                <a:lnTo>
                  <a:pt x="7589925" y="2014880"/>
                </a:lnTo>
                <a:lnTo>
                  <a:pt x="7581688" y="2167128"/>
                </a:lnTo>
                <a:lnTo>
                  <a:pt x="7574797" y="2318004"/>
                </a:lnTo>
                <a:lnTo>
                  <a:pt x="7569922" y="2467508"/>
                </a:lnTo>
                <a:lnTo>
                  <a:pt x="7565720" y="2617013"/>
                </a:lnTo>
                <a:lnTo>
                  <a:pt x="7561686" y="2765145"/>
                </a:lnTo>
                <a:lnTo>
                  <a:pt x="7559837" y="2911221"/>
                </a:lnTo>
                <a:lnTo>
                  <a:pt x="7557820" y="3057296"/>
                </a:lnTo>
                <a:lnTo>
                  <a:pt x="7556811" y="3201314"/>
                </a:lnTo>
                <a:lnTo>
                  <a:pt x="7557820" y="3343960"/>
                </a:lnTo>
                <a:lnTo>
                  <a:pt x="7557820" y="3485235"/>
                </a:lnTo>
                <a:lnTo>
                  <a:pt x="7559837" y="3625138"/>
                </a:lnTo>
                <a:lnTo>
                  <a:pt x="7562862" y="3762298"/>
                </a:lnTo>
                <a:lnTo>
                  <a:pt x="7565720" y="3898087"/>
                </a:lnTo>
                <a:lnTo>
                  <a:pt x="7568914" y="4031132"/>
                </a:lnTo>
                <a:lnTo>
                  <a:pt x="7573788" y="4163491"/>
                </a:lnTo>
                <a:lnTo>
                  <a:pt x="7578999" y="4293793"/>
                </a:lnTo>
                <a:lnTo>
                  <a:pt x="7583705" y="4421352"/>
                </a:lnTo>
                <a:lnTo>
                  <a:pt x="7596985" y="4670298"/>
                </a:lnTo>
                <a:lnTo>
                  <a:pt x="7611104" y="4908956"/>
                </a:lnTo>
                <a:lnTo>
                  <a:pt x="7625896" y="5138013"/>
                </a:lnTo>
                <a:lnTo>
                  <a:pt x="7642201" y="5354726"/>
                </a:lnTo>
                <a:lnTo>
                  <a:pt x="7659178" y="5561838"/>
                </a:lnTo>
                <a:lnTo>
                  <a:pt x="7677499" y="5753862"/>
                </a:lnTo>
                <a:lnTo>
                  <a:pt x="7695485" y="5934227"/>
                </a:lnTo>
                <a:lnTo>
                  <a:pt x="7713470" y="6100191"/>
                </a:lnTo>
                <a:lnTo>
                  <a:pt x="7730447" y="6252438"/>
                </a:lnTo>
                <a:lnTo>
                  <a:pt x="7746584" y="6387541"/>
                </a:lnTo>
                <a:lnTo>
                  <a:pt x="7761880" y="6509613"/>
                </a:lnTo>
                <a:lnTo>
                  <a:pt x="7774655" y="6612483"/>
                </a:lnTo>
                <a:lnTo>
                  <a:pt x="7786757" y="6698894"/>
                </a:lnTo>
                <a:lnTo>
                  <a:pt x="7804071" y="6817538"/>
                </a:lnTo>
                <a:lnTo>
                  <a:pt x="7809954" y="6858000"/>
                </a:lnTo>
                <a:lnTo>
                  <a:pt x="7157124" y="6858000"/>
                </a:lnTo>
                <a:lnTo>
                  <a:pt x="7157124" y="6858000"/>
                </a:lnTo>
                <a:lnTo>
                  <a:pt x="0" y="6858000"/>
                </a:lnTo>
                <a:lnTo>
                  <a:pt x="0" y="0"/>
                </a:lnTo>
                <a:lnTo>
                  <a:pt x="6465239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98810A7-E114-447A-A7D6-69B27CFB5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4B379ED-D73C-CE6C-B314-7694556177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6"/>
          <a:stretch>
            <a:fillRect/>
          </a:stretch>
        </p:blipFill>
        <p:spPr>
          <a:xfrm>
            <a:off x="228561" y="821419"/>
            <a:ext cx="7119232" cy="5215162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18995674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225C8-C8D3-2665-3A22-F3B9C6A1E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Gantt Chart</a:t>
            </a:r>
          </a:p>
        </p:txBody>
      </p:sp>
      <p:pic>
        <p:nvPicPr>
          <p:cNvPr id="84" name="Content Placeholder 83">
            <a:extLst>
              <a:ext uri="{FF2B5EF4-FFF2-40B4-BE49-F238E27FC236}">
                <a16:creationId xmlns:a16="http://schemas.microsoft.com/office/drawing/2014/main" id="{FBF79507-FED3-A721-754A-A37D7139B9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52652" y="1152983"/>
            <a:ext cx="10086695" cy="5582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9185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412E3267-7ABE-412B-8580-47EC0D1F61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0B62C5A-2250-4380-AB23-DB87446CC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>
            <a:extLst>
              <a:ext uri="{FF2B5EF4-FFF2-40B4-BE49-F238E27FC236}">
                <a16:creationId xmlns:a16="http://schemas.microsoft.com/office/drawing/2014/main" id="{D42CF425-7213-4F89-B0FF-4C2BDDD9C6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35DA97D-88F8-4249-B650-4FC9FD50A3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3F38673-6E30-4BAE-AC67-0B283EBF4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202A25CB-1ED1-4C87-AB49-8D3BC684D1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23E4FF-B98E-B09D-5437-EC3B2B287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0623" y="1447800"/>
            <a:ext cx="3333676" cy="3096987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5000"/>
              <a:t>StreamList Lo-Fidelity Design</a:t>
            </a: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6CA339E8-C3D7-476D-AC8A-9B101D1A5D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5400000" flipH="1">
            <a:off x="475977" y="-475977"/>
            <a:ext cx="6858000" cy="7809953"/>
          </a:xfrm>
          <a:custGeom>
            <a:avLst/>
            <a:gdLst>
              <a:gd name="connsiteX0" fmla="*/ 6858000 w 6858000"/>
              <a:gd name="connsiteY0" fmla="*/ 1344715 h 7809953"/>
              <a:gd name="connsiteX1" fmla="*/ 6858000 w 6858000"/>
              <a:gd name="connsiteY1" fmla="*/ 1177 h 7809953"/>
              <a:gd name="connsiteX2" fmla="*/ 6702323 w 6858000"/>
              <a:gd name="connsiteY2" fmla="*/ 26222 h 7809953"/>
              <a:gd name="connsiteX3" fmla="*/ 6547332 w 6858000"/>
              <a:gd name="connsiteY3" fmla="*/ 50091 h 7809953"/>
              <a:gd name="connsiteX4" fmla="*/ 6391656 w 6858000"/>
              <a:gd name="connsiteY4" fmla="*/ 73455 h 7809953"/>
              <a:gd name="connsiteX5" fmla="*/ 6235293 w 6858000"/>
              <a:gd name="connsiteY5" fmla="*/ 93458 h 7809953"/>
              <a:gd name="connsiteX6" fmla="*/ 6079617 w 6858000"/>
              <a:gd name="connsiteY6" fmla="*/ 113629 h 7809953"/>
              <a:gd name="connsiteX7" fmla="*/ 5923254 w 6858000"/>
              <a:gd name="connsiteY7" fmla="*/ 132455 h 7809953"/>
              <a:gd name="connsiteX8" fmla="*/ 5768949 w 6858000"/>
              <a:gd name="connsiteY8" fmla="*/ 148591 h 7809953"/>
              <a:gd name="connsiteX9" fmla="*/ 5612587 w 6858000"/>
              <a:gd name="connsiteY9" fmla="*/ 163887 h 7809953"/>
              <a:gd name="connsiteX10" fmla="*/ 5456910 w 6858000"/>
              <a:gd name="connsiteY10" fmla="*/ 177839 h 7809953"/>
              <a:gd name="connsiteX11" fmla="*/ 5303977 w 6858000"/>
              <a:gd name="connsiteY11" fmla="*/ 189941 h 7809953"/>
              <a:gd name="connsiteX12" fmla="*/ 5148986 w 6858000"/>
              <a:gd name="connsiteY12" fmla="*/ 202044 h 7809953"/>
              <a:gd name="connsiteX13" fmla="*/ 4996053 w 6858000"/>
              <a:gd name="connsiteY13" fmla="*/ 212129 h 7809953"/>
              <a:gd name="connsiteX14" fmla="*/ 4843119 w 6858000"/>
              <a:gd name="connsiteY14" fmla="*/ 220029 h 7809953"/>
              <a:gd name="connsiteX15" fmla="*/ 4690872 w 6858000"/>
              <a:gd name="connsiteY15" fmla="*/ 228266 h 7809953"/>
              <a:gd name="connsiteX16" fmla="*/ 4539996 w 6858000"/>
              <a:gd name="connsiteY16" fmla="*/ 235157 h 7809953"/>
              <a:gd name="connsiteX17" fmla="*/ 4390491 w 6858000"/>
              <a:gd name="connsiteY17" fmla="*/ 240032 h 7809953"/>
              <a:gd name="connsiteX18" fmla="*/ 4240987 w 6858000"/>
              <a:gd name="connsiteY18" fmla="*/ 244234 h 7809953"/>
              <a:gd name="connsiteX19" fmla="*/ 4092855 w 6858000"/>
              <a:gd name="connsiteY19" fmla="*/ 248268 h 7809953"/>
              <a:gd name="connsiteX20" fmla="*/ 3946779 w 6858000"/>
              <a:gd name="connsiteY20" fmla="*/ 250117 h 7809953"/>
              <a:gd name="connsiteX21" fmla="*/ 3800704 w 6858000"/>
              <a:gd name="connsiteY21" fmla="*/ 252134 h 7809953"/>
              <a:gd name="connsiteX22" fmla="*/ 3656685 w 6858000"/>
              <a:gd name="connsiteY22" fmla="*/ 253143 h 7809953"/>
              <a:gd name="connsiteX23" fmla="*/ 3514039 w 6858000"/>
              <a:gd name="connsiteY23" fmla="*/ 252134 h 7809953"/>
              <a:gd name="connsiteX24" fmla="*/ 3372765 w 6858000"/>
              <a:gd name="connsiteY24" fmla="*/ 252134 h 7809953"/>
              <a:gd name="connsiteX25" fmla="*/ 3232861 w 6858000"/>
              <a:gd name="connsiteY25" fmla="*/ 250117 h 7809953"/>
              <a:gd name="connsiteX26" fmla="*/ 3095701 w 6858000"/>
              <a:gd name="connsiteY26" fmla="*/ 247092 h 7809953"/>
              <a:gd name="connsiteX27" fmla="*/ 2959913 w 6858000"/>
              <a:gd name="connsiteY27" fmla="*/ 244234 h 7809953"/>
              <a:gd name="connsiteX28" fmla="*/ 2826868 w 6858000"/>
              <a:gd name="connsiteY28" fmla="*/ 241040 h 7809953"/>
              <a:gd name="connsiteX29" fmla="*/ 2694508 w 6858000"/>
              <a:gd name="connsiteY29" fmla="*/ 236166 h 7809953"/>
              <a:gd name="connsiteX30" fmla="*/ 2564207 w 6858000"/>
              <a:gd name="connsiteY30" fmla="*/ 230955 h 7809953"/>
              <a:gd name="connsiteX31" fmla="*/ 2436648 w 6858000"/>
              <a:gd name="connsiteY31" fmla="*/ 226249 h 7809953"/>
              <a:gd name="connsiteX32" fmla="*/ 2187702 w 6858000"/>
              <a:gd name="connsiteY32" fmla="*/ 212969 h 7809953"/>
              <a:gd name="connsiteX33" fmla="*/ 1949044 w 6858000"/>
              <a:gd name="connsiteY33" fmla="*/ 198850 h 7809953"/>
              <a:gd name="connsiteX34" fmla="*/ 1719987 w 6858000"/>
              <a:gd name="connsiteY34" fmla="*/ 184058 h 7809953"/>
              <a:gd name="connsiteX35" fmla="*/ 1503274 w 6858000"/>
              <a:gd name="connsiteY35" fmla="*/ 167753 h 7809953"/>
              <a:gd name="connsiteX36" fmla="*/ 1296162 w 6858000"/>
              <a:gd name="connsiteY36" fmla="*/ 150776 h 7809953"/>
              <a:gd name="connsiteX37" fmla="*/ 1104138 w 6858000"/>
              <a:gd name="connsiteY37" fmla="*/ 132455 h 7809953"/>
              <a:gd name="connsiteX38" fmla="*/ 923773 w 6858000"/>
              <a:gd name="connsiteY38" fmla="*/ 114469 h 7809953"/>
              <a:gd name="connsiteX39" fmla="*/ 757809 w 6858000"/>
              <a:gd name="connsiteY39" fmla="*/ 96484 h 7809953"/>
              <a:gd name="connsiteX40" fmla="*/ 605562 w 6858000"/>
              <a:gd name="connsiteY40" fmla="*/ 79507 h 7809953"/>
              <a:gd name="connsiteX41" fmla="*/ 470459 w 6858000"/>
              <a:gd name="connsiteY41" fmla="*/ 63370 h 7809953"/>
              <a:gd name="connsiteX42" fmla="*/ 348387 w 6858000"/>
              <a:gd name="connsiteY42" fmla="*/ 48074 h 7809953"/>
              <a:gd name="connsiteX43" fmla="*/ 245517 w 6858000"/>
              <a:gd name="connsiteY43" fmla="*/ 35299 h 7809953"/>
              <a:gd name="connsiteX44" fmla="*/ 159106 w 6858000"/>
              <a:gd name="connsiteY44" fmla="*/ 23197 h 7809953"/>
              <a:gd name="connsiteX45" fmla="*/ 40462 w 6858000"/>
              <a:gd name="connsiteY45" fmla="*/ 5883 h 7809953"/>
              <a:gd name="connsiteX46" fmla="*/ 0 w 6858000"/>
              <a:gd name="connsiteY46" fmla="*/ 0 h 7809953"/>
              <a:gd name="connsiteX47" fmla="*/ 0 w 6858000"/>
              <a:gd name="connsiteY47" fmla="*/ 652830 h 7809953"/>
              <a:gd name="connsiteX48" fmla="*/ 0 w 6858000"/>
              <a:gd name="connsiteY48" fmla="*/ 652830 h 7809953"/>
              <a:gd name="connsiteX49" fmla="*/ 0 w 6858000"/>
              <a:gd name="connsiteY49" fmla="*/ 7809953 h 7809953"/>
              <a:gd name="connsiteX50" fmla="*/ 6857999 w 6858000"/>
              <a:gd name="connsiteY50" fmla="*/ 7809953 h 7809953"/>
              <a:gd name="connsiteX51" fmla="*/ 6857999 w 6858000"/>
              <a:gd name="connsiteY51" fmla="*/ 1344715 h 78099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0" h="7809953">
                <a:moveTo>
                  <a:pt x="6858000" y="1344715"/>
                </a:moveTo>
                <a:lnTo>
                  <a:pt x="6858000" y="1177"/>
                </a:lnTo>
                <a:lnTo>
                  <a:pt x="6702323" y="26222"/>
                </a:lnTo>
                <a:lnTo>
                  <a:pt x="6547332" y="50091"/>
                </a:lnTo>
                <a:lnTo>
                  <a:pt x="6391656" y="73455"/>
                </a:lnTo>
                <a:lnTo>
                  <a:pt x="6235293" y="93458"/>
                </a:lnTo>
                <a:lnTo>
                  <a:pt x="6079617" y="113629"/>
                </a:lnTo>
                <a:lnTo>
                  <a:pt x="5923254" y="132455"/>
                </a:lnTo>
                <a:lnTo>
                  <a:pt x="5768949" y="148591"/>
                </a:lnTo>
                <a:lnTo>
                  <a:pt x="5612587" y="163887"/>
                </a:lnTo>
                <a:lnTo>
                  <a:pt x="5456910" y="177839"/>
                </a:lnTo>
                <a:lnTo>
                  <a:pt x="5303977" y="189941"/>
                </a:lnTo>
                <a:lnTo>
                  <a:pt x="5148986" y="202044"/>
                </a:lnTo>
                <a:lnTo>
                  <a:pt x="4996053" y="212129"/>
                </a:lnTo>
                <a:lnTo>
                  <a:pt x="4843119" y="220029"/>
                </a:lnTo>
                <a:lnTo>
                  <a:pt x="4690872" y="228266"/>
                </a:lnTo>
                <a:lnTo>
                  <a:pt x="4539996" y="235157"/>
                </a:lnTo>
                <a:lnTo>
                  <a:pt x="4390491" y="240032"/>
                </a:lnTo>
                <a:lnTo>
                  <a:pt x="4240987" y="244234"/>
                </a:lnTo>
                <a:lnTo>
                  <a:pt x="4092855" y="248268"/>
                </a:lnTo>
                <a:lnTo>
                  <a:pt x="3946779" y="250117"/>
                </a:lnTo>
                <a:lnTo>
                  <a:pt x="3800704" y="252134"/>
                </a:lnTo>
                <a:lnTo>
                  <a:pt x="3656685" y="253143"/>
                </a:lnTo>
                <a:lnTo>
                  <a:pt x="3514039" y="252134"/>
                </a:lnTo>
                <a:lnTo>
                  <a:pt x="3372765" y="252134"/>
                </a:lnTo>
                <a:lnTo>
                  <a:pt x="3232861" y="250117"/>
                </a:lnTo>
                <a:lnTo>
                  <a:pt x="3095701" y="247092"/>
                </a:lnTo>
                <a:lnTo>
                  <a:pt x="2959913" y="244234"/>
                </a:lnTo>
                <a:lnTo>
                  <a:pt x="2826868" y="241040"/>
                </a:lnTo>
                <a:lnTo>
                  <a:pt x="2694508" y="236166"/>
                </a:lnTo>
                <a:lnTo>
                  <a:pt x="2564207" y="230955"/>
                </a:lnTo>
                <a:lnTo>
                  <a:pt x="2436648" y="226249"/>
                </a:lnTo>
                <a:lnTo>
                  <a:pt x="2187702" y="212969"/>
                </a:lnTo>
                <a:lnTo>
                  <a:pt x="1949044" y="198850"/>
                </a:lnTo>
                <a:lnTo>
                  <a:pt x="1719987" y="184058"/>
                </a:lnTo>
                <a:lnTo>
                  <a:pt x="1503274" y="167753"/>
                </a:lnTo>
                <a:lnTo>
                  <a:pt x="1296162" y="150776"/>
                </a:lnTo>
                <a:lnTo>
                  <a:pt x="1104138" y="132455"/>
                </a:lnTo>
                <a:lnTo>
                  <a:pt x="923773" y="114469"/>
                </a:lnTo>
                <a:lnTo>
                  <a:pt x="757809" y="96484"/>
                </a:lnTo>
                <a:lnTo>
                  <a:pt x="605562" y="79507"/>
                </a:lnTo>
                <a:lnTo>
                  <a:pt x="470459" y="63370"/>
                </a:lnTo>
                <a:lnTo>
                  <a:pt x="348387" y="48074"/>
                </a:lnTo>
                <a:lnTo>
                  <a:pt x="245517" y="35299"/>
                </a:lnTo>
                <a:lnTo>
                  <a:pt x="159106" y="23197"/>
                </a:lnTo>
                <a:lnTo>
                  <a:pt x="40462" y="5883"/>
                </a:lnTo>
                <a:lnTo>
                  <a:pt x="0" y="0"/>
                </a:lnTo>
                <a:lnTo>
                  <a:pt x="0" y="652830"/>
                </a:lnTo>
                <a:lnTo>
                  <a:pt x="0" y="652830"/>
                </a:lnTo>
                <a:lnTo>
                  <a:pt x="0" y="7809953"/>
                </a:lnTo>
                <a:lnTo>
                  <a:pt x="6857999" y="7809953"/>
                </a:lnTo>
                <a:lnTo>
                  <a:pt x="6857999" y="134471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9BA8CB4-5DA7-CA17-C22C-53328C610A2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854" y="821591"/>
            <a:ext cx="3037360" cy="5214353"/>
          </a:xfrm>
          <a:prstGeom prst="rect">
            <a:avLst/>
          </a:prstGeom>
          <a:effectLst/>
        </p:spPr>
      </p:pic>
      <p:sp>
        <p:nvSpPr>
          <p:cNvPr id="26" name="Freeform 31">
            <a:extLst>
              <a:ext uri="{FF2B5EF4-FFF2-40B4-BE49-F238E27FC236}">
                <a16:creationId xmlns:a16="http://schemas.microsoft.com/office/drawing/2014/main" id="{066DF7B3-9ED5-41D5-A5B2-B2C5775B13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463681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44B7833-9C5C-7796-A52F-C886D36E7C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4848" y="821591"/>
            <a:ext cx="3037360" cy="5214353"/>
          </a:xfrm>
          <a:prstGeom prst="rect">
            <a:avLst/>
          </a:prstGeom>
          <a:effectLst/>
        </p:spPr>
      </p:pic>
      <p:pic>
        <p:nvPicPr>
          <p:cNvPr id="4" name="Audio 3">
            <a:hlinkClick r:id="" action="ppaction://media"/>
            <a:extLst>
              <a:ext uri="{FF2B5EF4-FFF2-40B4-BE49-F238E27FC236}">
                <a16:creationId xmlns:a16="http://schemas.microsoft.com/office/drawing/2014/main" id="{ECD6F138-63D4-6026-F097-97F27628DC7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1"/>
          <a:srcRect l="-262704" t="-125896" r="-262704" b="-125896"/>
          <a:stretch>
            <a:fillRect/>
          </a:stretch>
        </p:blipFill>
        <p:spPr>
          <a:xfrm>
            <a:off x="9256712" y="5143500"/>
            <a:ext cx="30480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101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9141"/>
    </mc:Choice>
    <mc:Fallback xmlns="">
      <p:transition spd="slow" advTm="9914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412E3267-7ABE-412B-8580-47EC0D1F61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0B62C5A-2250-4380-AB23-DB87446CC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>
            <a:extLst>
              <a:ext uri="{FF2B5EF4-FFF2-40B4-BE49-F238E27FC236}">
                <a16:creationId xmlns:a16="http://schemas.microsoft.com/office/drawing/2014/main" id="{D42CF425-7213-4F89-B0FF-4C2BDDD9C6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35DA97D-88F8-4249-B650-4FC9FD50A3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3F38673-6E30-4BAE-AC67-0B283EBF4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202A25CB-1ED1-4C87-AB49-8D3BC684D1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DC2A7B-C7C1-D0AB-0B66-F39FFC271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0623" y="1447800"/>
            <a:ext cx="3333676" cy="3096987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5000"/>
              <a:t>StreamList Lo-Fidelity Design (Cont.)</a:t>
            </a: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6CA339E8-C3D7-476D-AC8A-9B101D1A5D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5400000" flipH="1">
            <a:off x="475977" y="-475977"/>
            <a:ext cx="6858000" cy="7809953"/>
          </a:xfrm>
          <a:custGeom>
            <a:avLst/>
            <a:gdLst>
              <a:gd name="connsiteX0" fmla="*/ 6858000 w 6858000"/>
              <a:gd name="connsiteY0" fmla="*/ 1344715 h 7809953"/>
              <a:gd name="connsiteX1" fmla="*/ 6858000 w 6858000"/>
              <a:gd name="connsiteY1" fmla="*/ 1177 h 7809953"/>
              <a:gd name="connsiteX2" fmla="*/ 6702323 w 6858000"/>
              <a:gd name="connsiteY2" fmla="*/ 26222 h 7809953"/>
              <a:gd name="connsiteX3" fmla="*/ 6547332 w 6858000"/>
              <a:gd name="connsiteY3" fmla="*/ 50091 h 7809953"/>
              <a:gd name="connsiteX4" fmla="*/ 6391656 w 6858000"/>
              <a:gd name="connsiteY4" fmla="*/ 73455 h 7809953"/>
              <a:gd name="connsiteX5" fmla="*/ 6235293 w 6858000"/>
              <a:gd name="connsiteY5" fmla="*/ 93458 h 7809953"/>
              <a:gd name="connsiteX6" fmla="*/ 6079617 w 6858000"/>
              <a:gd name="connsiteY6" fmla="*/ 113629 h 7809953"/>
              <a:gd name="connsiteX7" fmla="*/ 5923254 w 6858000"/>
              <a:gd name="connsiteY7" fmla="*/ 132455 h 7809953"/>
              <a:gd name="connsiteX8" fmla="*/ 5768949 w 6858000"/>
              <a:gd name="connsiteY8" fmla="*/ 148591 h 7809953"/>
              <a:gd name="connsiteX9" fmla="*/ 5612587 w 6858000"/>
              <a:gd name="connsiteY9" fmla="*/ 163887 h 7809953"/>
              <a:gd name="connsiteX10" fmla="*/ 5456910 w 6858000"/>
              <a:gd name="connsiteY10" fmla="*/ 177839 h 7809953"/>
              <a:gd name="connsiteX11" fmla="*/ 5303977 w 6858000"/>
              <a:gd name="connsiteY11" fmla="*/ 189941 h 7809953"/>
              <a:gd name="connsiteX12" fmla="*/ 5148986 w 6858000"/>
              <a:gd name="connsiteY12" fmla="*/ 202044 h 7809953"/>
              <a:gd name="connsiteX13" fmla="*/ 4996053 w 6858000"/>
              <a:gd name="connsiteY13" fmla="*/ 212129 h 7809953"/>
              <a:gd name="connsiteX14" fmla="*/ 4843119 w 6858000"/>
              <a:gd name="connsiteY14" fmla="*/ 220029 h 7809953"/>
              <a:gd name="connsiteX15" fmla="*/ 4690872 w 6858000"/>
              <a:gd name="connsiteY15" fmla="*/ 228266 h 7809953"/>
              <a:gd name="connsiteX16" fmla="*/ 4539996 w 6858000"/>
              <a:gd name="connsiteY16" fmla="*/ 235157 h 7809953"/>
              <a:gd name="connsiteX17" fmla="*/ 4390491 w 6858000"/>
              <a:gd name="connsiteY17" fmla="*/ 240032 h 7809953"/>
              <a:gd name="connsiteX18" fmla="*/ 4240987 w 6858000"/>
              <a:gd name="connsiteY18" fmla="*/ 244234 h 7809953"/>
              <a:gd name="connsiteX19" fmla="*/ 4092855 w 6858000"/>
              <a:gd name="connsiteY19" fmla="*/ 248268 h 7809953"/>
              <a:gd name="connsiteX20" fmla="*/ 3946779 w 6858000"/>
              <a:gd name="connsiteY20" fmla="*/ 250117 h 7809953"/>
              <a:gd name="connsiteX21" fmla="*/ 3800704 w 6858000"/>
              <a:gd name="connsiteY21" fmla="*/ 252134 h 7809953"/>
              <a:gd name="connsiteX22" fmla="*/ 3656685 w 6858000"/>
              <a:gd name="connsiteY22" fmla="*/ 253143 h 7809953"/>
              <a:gd name="connsiteX23" fmla="*/ 3514039 w 6858000"/>
              <a:gd name="connsiteY23" fmla="*/ 252134 h 7809953"/>
              <a:gd name="connsiteX24" fmla="*/ 3372765 w 6858000"/>
              <a:gd name="connsiteY24" fmla="*/ 252134 h 7809953"/>
              <a:gd name="connsiteX25" fmla="*/ 3232861 w 6858000"/>
              <a:gd name="connsiteY25" fmla="*/ 250117 h 7809953"/>
              <a:gd name="connsiteX26" fmla="*/ 3095701 w 6858000"/>
              <a:gd name="connsiteY26" fmla="*/ 247092 h 7809953"/>
              <a:gd name="connsiteX27" fmla="*/ 2959913 w 6858000"/>
              <a:gd name="connsiteY27" fmla="*/ 244234 h 7809953"/>
              <a:gd name="connsiteX28" fmla="*/ 2826868 w 6858000"/>
              <a:gd name="connsiteY28" fmla="*/ 241040 h 7809953"/>
              <a:gd name="connsiteX29" fmla="*/ 2694508 w 6858000"/>
              <a:gd name="connsiteY29" fmla="*/ 236166 h 7809953"/>
              <a:gd name="connsiteX30" fmla="*/ 2564207 w 6858000"/>
              <a:gd name="connsiteY30" fmla="*/ 230955 h 7809953"/>
              <a:gd name="connsiteX31" fmla="*/ 2436648 w 6858000"/>
              <a:gd name="connsiteY31" fmla="*/ 226249 h 7809953"/>
              <a:gd name="connsiteX32" fmla="*/ 2187702 w 6858000"/>
              <a:gd name="connsiteY32" fmla="*/ 212969 h 7809953"/>
              <a:gd name="connsiteX33" fmla="*/ 1949044 w 6858000"/>
              <a:gd name="connsiteY33" fmla="*/ 198850 h 7809953"/>
              <a:gd name="connsiteX34" fmla="*/ 1719987 w 6858000"/>
              <a:gd name="connsiteY34" fmla="*/ 184058 h 7809953"/>
              <a:gd name="connsiteX35" fmla="*/ 1503274 w 6858000"/>
              <a:gd name="connsiteY35" fmla="*/ 167753 h 7809953"/>
              <a:gd name="connsiteX36" fmla="*/ 1296162 w 6858000"/>
              <a:gd name="connsiteY36" fmla="*/ 150776 h 7809953"/>
              <a:gd name="connsiteX37" fmla="*/ 1104138 w 6858000"/>
              <a:gd name="connsiteY37" fmla="*/ 132455 h 7809953"/>
              <a:gd name="connsiteX38" fmla="*/ 923773 w 6858000"/>
              <a:gd name="connsiteY38" fmla="*/ 114469 h 7809953"/>
              <a:gd name="connsiteX39" fmla="*/ 757809 w 6858000"/>
              <a:gd name="connsiteY39" fmla="*/ 96484 h 7809953"/>
              <a:gd name="connsiteX40" fmla="*/ 605562 w 6858000"/>
              <a:gd name="connsiteY40" fmla="*/ 79507 h 7809953"/>
              <a:gd name="connsiteX41" fmla="*/ 470459 w 6858000"/>
              <a:gd name="connsiteY41" fmla="*/ 63370 h 7809953"/>
              <a:gd name="connsiteX42" fmla="*/ 348387 w 6858000"/>
              <a:gd name="connsiteY42" fmla="*/ 48074 h 7809953"/>
              <a:gd name="connsiteX43" fmla="*/ 245517 w 6858000"/>
              <a:gd name="connsiteY43" fmla="*/ 35299 h 7809953"/>
              <a:gd name="connsiteX44" fmla="*/ 159106 w 6858000"/>
              <a:gd name="connsiteY44" fmla="*/ 23197 h 7809953"/>
              <a:gd name="connsiteX45" fmla="*/ 40462 w 6858000"/>
              <a:gd name="connsiteY45" fmla="*/ 5883 h 7809953"/>
              <a:gd name="connsiteX46" fmla="*/ 0 w 6858000"/>
              <a:gd name="connsiteY46" fmla="*/ 0 h 7809953"/>
              <a:gd name="connsiteX47" fmla="*/ 0 w 6858000"/>
              <a:gd name="connsiteY47" fmla="*/ 652830 h 7809953"/>
              <a:gd name="connsiteX48" fmla="*/ 0 w 6858000"/>
              <a:gd name="connsiteY48" fmla="*/ 652830 h 7809953"/>
              <a:gd name="connsiteX49" fmla="*/ 0 w 6858000"/>
              <a:gd name="connsiteY49" fmla="*/ 7809953 h 7809953"/>
              <a:gd name="connsiteX50" fmla="*/ 6857999 w 6858000"/>
              <a:gd name="connsiteY50" fmla="*/ 7809953 h 7809953"/>
              <a:gd name="connsiteX51" fmla="*/ 6857999 w 6858000"/>
              <a:gd name="connsiteY51" fmla="*/ 1344715 h 78099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0" h="7809953">
                <a:moveTo>
                  <a:pt x="6858000" y="1344715"/>
                </a:moveTo>
                <a:lnTo>
                  <a:pt x="6858000" y="1177"/>
                </a:lnTo>
                <a:lnTo>
                  <a:pt x="6702323" y="26222"/>
                </a:lnTo>
                <a:lnTo>
                  <a:pt x="6547332" y="50091"/>
                </a:lnTo>
                <a:lnTo>
                  <a:pt x="6391656" y="73455"/>
                </a:lnTo>
                <a:lnTo>
                  <a:pt x="6235293" y="93458"/>
                </a:lnTo>
                <a:lnTo>
                  <a:pt x="6079617" y="113629"/>
                </a:lnTo>
                <a:lnTo>
                  <a:pt x="5923254" y="132455"/>
                </a:lnTo>
                <a:lnTo>
                  <a:pt x="5768949" y="148591"/>
                </a:lnTo>
                <a:lnTo>
                  <a:pt x="5612587" y="163887"/>
                </a:lnTo>
                <a:lnTo>
                  <a:pt x="5456910" y="177839"/>
                </a:lnTo>
                <a:lnTo>
                  <a:pt x="5303977" y="189941"/>
                </a:lnTo>
                <a:lnTo>
                  <a:pt x="5148986" y="202044"/>
                </a:lnTo>
                <a:lnTo>
                  <a:pt x="4996053" y="212129"/>
                </a:lnTo>
                <a:lnTo>
                  <a:pt x="4843119" y="220029"/>
                </a:lnTo>
                <a:lnTo>
                  <a:pt x="4690872" y="228266"/>
                </a:lnTo>
                <a:lnTo>
                  <a:pt x="4539996" y="235157"/>
                </a:lnTo>
                <a:lnTo>
                  <a:pt x="4390491" y="240032"/>
                </a:lnTo>
                <a:lnTo>
                  <a:pt x="4240987" y="244234"/>
                </a:lnTo>
                <a:lnTo>
                  <a:pt x="4092855" y="248268"/>
                </a:lnTo>
                <a:lnTo>
                  <a:pt x="3946779" y="250117"/>
                </a:lnTo>
                <a:lnTo>
                  <a:pt x="3800704" y="252134"/>
                </a:lnTo>
                <a:lnTo>
                  <a:pt x="3656685" y="253143"/>
                </a:lnTo>
                <a:lnTo>
                  <a:pt x="3514039" y="252134"/>
                </a:lnTo>
                <a:lnTo>
                  <a:pt x="3372765" y="252134"/>
                </a:lnTo>
                <a:lnTo>
                  <a:pt x="3232861" y="250117"/>
                </a:lnTo>
                <a:lnTo>
                  <a:pt x="3095701" y="247092"/>
                </a:lnTo>
                <a:lnTo>
                  <a:pt x="2959913" y="244234"/>
                </a:lnTo>
                <a:lnTo>
                  <a:pt x="2826868" y="241040"/>
                </a:lnTo>
                <a:lnTo>
                  <a:pt x="2694508" y="236166"/>
                </a:lnTo>
                <a:lnTo>
                  <a:pt x="2564207" y="230955"/>
                </a:lnTo>
                <a:lnTo>
                  <a:pt x="2436648" y="226249"/>
                </a:lnTo>
                <a:lnTo>
                  <a:pt x="2187702" y="212969"/>
                </a:lnTo>
                <a:lnTo>
                  <a:pt x="1949044" y="198850"/>
                </a:lnTo>
                <a:lnTo>
                  <a:pt x="1719987" y="184058"/>
                </a:lnTo>
                <a:lnTo>
                  <a:pt x="1503274" y="167753"/>
                </a:lnTo>
                <a:lnTo>
                  <a:pt x="1296162" y="150776"/>
                </a:lnTo>
                <a:lnTo>
                  <a:pt x="1104138" y="132455"/>
                </a:lnTo>
                <a:lnTo>
                  <a:pt x="923773" y="114469"/>
                </a:lnTo>
                <a:lnTo>
                  <a:pt x="757809" y="96484"/>
                </a:lnTo>
                <a:lnTo>
                  <a:pt x="605562" y="79507"/>
                </a:lnTo>
                <a:lnTo>
                  <a:pt x="470459" y="63370"/>
                </a:lnTo>
                <a:lnTo>
                  <a:pt x="348387" y="48074"/>
                </a:lnTo>
                <a:lnTo>
                  <a:pt x="245517" y="35299"/>
                </a:lnTo>
                <a:lnTo>
                  <a:pt x="159106" y="23197"/>
                </a:lnTo>
                <a:lnTo>
                  <a:pt x="40462" y="5883"/>
                </a:lnTo>
                <a:lnTo>
                  <a:pt x="0" y="0"/>
                </a:lnTo>
                <a:lnTo>
                  <a:pt x="0" y="652830"/>
                </a:lnTo>
                <a:lnTo>
                  <a:pt x="0" y="652830"/>
                </a:lnTo>
                <a:lnTo>
                  <a:pt x="0" y="7809953"/>
                </a:lnTo>
                <a:lnTo>
                  <a:pt x="6857999" y="7809953"/>
                </a:lnTo>
                <a:lnTo>
                  <a:pt x="6857999" y="134471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F19836B-DCA6-3348-A5B8-2E8D1B172C1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8815" y="821822"/>
            <a:ext cx="3037360" cy="5214353"/>
          </a:xfrm>
          <a:prstGeom prst="rect">
            <a:avLst/>
          </a:prstGeom>
          <a:effectLst/>
        </p:spPr>
      </p:pic>
      <p:sp>
        <p:nvSpPr>
          <p:cNvPr id="26" name="Freeform 31">
            <a:extLst>
              <a:ext uri="{FF2B5EF4-FFF2-40B4-BE49-F238E27FC236}">
                <a16:creationId xmlns:a16="http://schemas.microsoft.com/office/drawing/2014/main" id="{066DF7B3-9ED5-41D5-A5B2-B2C5775B13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463681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3E31515-50F3-9121-519A-D0008F8117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253" y="821822"/>
            <a:ext cx="3037360" cy="5214353"/>
          </a:xfrm>
          <a:prstGeom prst="rect">
            <a:avLst/>
          </a:prstGeom>
          <a:effectLst/>
        </p:spPr>
      </p:pic>
      <p:pic>
        <p:nvPicPr>
          <p:cNvPr id="4" name="Audio 3">
            <a:hlinkClick r:id="" action="ppaction://media"/>
            <a:extLst>
              <a:ext uri="{FF2B5EF4-FFF2-40B4-BE49-F238E27FC236}">
                <a16:creationId xmlns:a16="http://schemas.microsoft.com/office/drawing/2014/main" id="{137095FF-752F-325D-CE29-F3EC978E4C3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1"/>
          <a:srcRect l="-262704" t="-125896" r="-262704" b="-125896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8364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7931"/>
    </mc:Choice>
    <mc:Fallback xmlns="">
      <p:transition spd="slow" advTm="6793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AC951FB1DDCD644BE950F95C00CAF00" ma:contentTypeVersion="7" ma:contentTypeDescription="Create a new document." ma:contentTypeScope="" ma:versionID="b0ed439f97fe9acbbc5a9c303c724a21">
  <xsd:schema xmlns:xsd="http://www.w3.org/2001/XMLSchema" xmlns:xs="http://www.w3.org/2001/XMLSchema" xmlns:p="http://schemas.microsoft.com/office/2006/metadata/properties" xmlns:ns2="11ca0335-7925-4eae-af2e-f111b635ae75" targetNamespace="http://schemas.microsoft.com/office/2006/metadata/properties" ma:root="true" ma:fieldsID="681a26ee51a9063020418c7d63c6f727" ns2:_="">
    <xsd:import namespace="11ca0335-7925-4eae-af2e-f111b635ae7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1ca0335-7925-4eae-af2e-f111b635ae7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CB318C5-3922-4FF9-AE84-4C232E7E777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1ca0335-7925-4eae-af2e-f111b635ae7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D341A5A-876D-4BC8-801D-3D3CCD5FA516}">
  <ds:schemaRefs>
    <ds:schemaRef ds:uri="http://schemas.microsoft.com/office/2006/metadata/properties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www.w3.org/XML/1998/namespace"/>
    <ds:schemaRef ds:uri="http://schemas.openxmlformats.org/package/2006/metadata/core-properties"/>
    <ds:schemaRef ds:uri="http://purl.org/dc/terms/"/>
    <ds:schemaRef ds:uri="11ca0335-7925-4eae-af2e-f111b635ae75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9F4A1A5E-6F59-417C-8120-2285C425061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24</TotalTime>
  <Words>63</Words>
  <Application>Microsoft Office PowerPoint</Application>
  <PresentationFormat>Widescreen</PresentationFormat>
  <Paragraphs>11</Paragraphs>
  <Slides>5</Slides>
  <Notes>0</Notes>
  <HiddenSlides>0</HiddenSlides>
  <MMClips>2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Calisto MT</vt:lpstr>
      <vt:lpstr>Century Gothic</vt:lpstr>
      <vt:lpstr>Wingdings 2</vt:lpstr>
      <vt:lpstr>Wingdings 3</vt:lpstr>
      <vt:lpstr>Ion</vt:lpstr>
      <vt:lpstr>EZTechMovie StreamList Project Timeline and  User Interface Design</vt:lpstr>
      <vt:lpstr>Project Tasks, Dependencies, and Estimations</vt:lpstr>
      <vt:lpstr>Gantt Chart</vt:lpstr>
      <vt:lpstr>StreamList Lo-Fidelity Design</vt:lpstr>
      <vt:lpstr>StreamList Lo-Fidelity Design (Cont.)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Stephen Foster</dc:creator>
  <cp:lastModifiedBy>Stephen Foster</cp:lastModifiedBy>
  <cp:revision>2</cp:revision>
  <dcterms:created xsi:type="dcterms:W3CDTF">2026-08-16T20:41:11Z</dcterms:created>
  <dcterms:modified xsi:type="dcterms:W3CDTF">2026-08-18T01:06:00Z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0x010100DAC951FB1DDCD644BE950F95C00CAF00</vt:lpwstr>
  </property>
</Properties>
</file>